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METIS DATA SCIENCE  ·  CAPSTONE  ·  PROJECT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Description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703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supervised + unsupervised NLP study of ~40,000 scraped Indeed postings — what language distinguishes data-science roles, and what latent structure emerges?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Metis Data Science Bootcamp Capstone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7091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~40K postings   ·   150 role-token labels   ·   12-classifier benchmark   ·   18 NMF topics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questions, four deliverables, one messy labor 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196596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job description, can we predict the role tokens in its title — and what latent topics organize the corpus?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6888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1463040"/>
            <a:ext cx="196596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~40,000 scraped Indeed postings across 7 CSVs → ~37K after dedup. Top-150 title tokens = multi-label target.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463040"/>
            <a:ext cx="196596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descriptions (1000 features) → 12-classifier sweep → LinearSVC + GridSearchCV. NMF + KMeans for structure.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7512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1463040"/>
            <a:ext cx="196596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led; tuned LinearSVC reached moderate Jaccard, low Hamming — plus an interpretable role-vocabulary map.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4251960"/>
            <a:ext cx="84124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"confusion" is a faithful reflection of industry confusion. `pipeline` predicts both scientist AND engineer — because the work genuinely overlaps.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THE 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~40,000 postings, scraped and stitched together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CSV exports from an Indeed scrape → one unified corpus.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1536192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SCRAPE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40,000+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Indeed postings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7 CSVs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93392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93392" y="1554480"/>
            <a:ext cx="1536192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84832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NULL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84832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~37,000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84832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+ desc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21024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21024" y="1554480"/>
            <a:ext cx="1536192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TOP-150 TOKENS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12464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12464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vocabulary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titles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248656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48656" y="1554480"/>
            <a:ext cx="1536192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0096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40096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0096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76288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76288" y="1554480"/>
            <a:ext cx="1536192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67728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967728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67728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random_state=42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200400"/>
            <a:ext cx="54864" cy="12344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stopwords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English + US states &amp; abbreviations + domain boilerplate (team, company, opportunity) forced out.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3200400"/>
            <a:ext cx="54864" cy="12344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 target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Top-150 title tokens; each posting tagged with the subset it contains — preserves multi-skill reality.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0" y="3200400"/>
            <a:ext cx="54864" cy="12344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One-vs-Rest wrapper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12 classifiers becomes 150 independent binary models.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LABELS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tokens follow a long-tail shape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`data` saturates everything; scientist / engineer / analyst are the differentiators.</a:t>
            </a:r>
            <a:endParaRPr lang="en-US" sz="1200" dirty="0"/>
          </a:p>
        </p:txBody>
      </p:sp>
      <p:pic>
        <p:nvPicPr>
          <p:cNvPr id="7" name="Image 0" descr="/home/claude/charts/p5_title_tok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943600" cy="2834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shape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0" y="1783080"/>
            <a:ext cx="45720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1783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`data` appears in almost every title — high frequency, low signal.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83680" y="2697480"/>
            <a:ext cx="45720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tier — scientist, engineer, analyst — carries the real role distinction.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83680" y="3611880"/>
            <a:ext cx="45720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3611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Top-150 captures the bulk of usages; the long tail is too sparse to learn.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led the ranking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4 by Jaccard were all linear models + the 1000-tree forest.</a:t>
            </a:r>
            <a:endParaRPr lang="en-US" sz="1200" dirty="0"/>
          </a:p>
        </p:txBody>
      </p:sp>
      <p:pic>
        <p:nvPicPr>
          <p:cNvPr id="7" name="Image 0" descr="/home/claude/charts/p5_benchmark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548640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linear wins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35040" y="1783080"/>
            <a:ext cx="45720" cy="9144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7220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4: LinearSVC, LogisticRegression, PassiveAggressive, RF-1000. For sparse TF-IDF, a linear boundary fits.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35040" y="2788920"/>
            <a:ext cx="45720" cy="9144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2200" y="2788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ensembles plateau — little interaction structure in a bag-of-words vector to exploit.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35040" y="3794760"/>
            <a:ext cx="45720" cy="9144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3794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and Naive Bayes trail — distance breaks down in sparse space; the independence assumption fails.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LinearSVC — moderate Jaccard, low Hamming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over C; the interpretability is the headline, not a single score.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269748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usually mostly-right per posting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463040"/>
            <a:ext cx="269748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645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HAMMING LOSS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965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8328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individual label bits wrong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1463040"/>
            <a:ext cx="2697480" cy="1554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002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ⓘ On the numbers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19202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Jaccard / Hamming come from the original 2021 run on the full scrape. The repo notebook reproduces the pipeline on a labeled synthetic corpus; point it at your CSVs for precise figures.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291840"/>
            <a:ext cx="8412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91840"/>
            <a:ext cx="73152" cy="13716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015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moderate Jaccard is the honest expectation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703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tokens are ambiguous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(`engineer` = ML / data / software / analytics engineer) · 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share a boilerplate core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(legal, benefits, EEO) · 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 market is genuinely fuzzy.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exact 150-token set right is hard even when the model is mostly right per row — which is exactly what "moderate Jaccard + low Hamming" means.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INTERPRETABILITY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payoff: role-specific vocabulary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coefficients → a literal resume cheat sheet.</a:t>
            </a:r>
            <a:endParaRPr lang="en-US" sz="1200" dirty="0"/>
          </a:p>
        </p:txBody>
      </p:sp>
      <p:pic>
        <p:nvPicPr>
          <p:cNvPr id="7" name="Image 0" descr="/home/claude/charts/p5_role_voc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8229600" cy="2651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343400"/>
            <a:ext cx="841248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343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`pipeline` is a top signal for BOTH scientist and engineer — the word is ambiguous because the work genuinely overlaps across those roles.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NMF TOPICS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coherent topics emerge — without labels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marks the four documented in the original analysis.</a:t>
            </a:r>
            <a:endParaRPr lang="en-US" sz="1200" dirty="0"/>
          </a:p>
        </p:txBody>
      </p:sp>
      <p:pic>
        <p:nvPicPr>
          <p:cNvPr id="7" name="Image 0" descr="/home/claude/charts/p5_nmf_top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5852160" cy="3337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point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0" y="1783080"/>
            <a:ext cx="2423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unsupervised method, given no labels, recovers structure that matches the supervised role distinctions.
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topics: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science (phd, publication), MLOps (kubernetes, airflow), BI/dashboards, healthcare/biostatistics.
</a:t>
            </a:r>
            <a:pPr indent="0" marL="0">
              <a:buNone/>
            </a:pPr>
            <a:r>
              <a:rPr lang="en-US" sz="950" i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overlap between NMF topics and the classifier's role vocabulary is the real signal.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CLUSTERING &amp; PROJECTION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similarity is non-linear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shows global overlap; t-SNE reveals local cluster structure.</a:t>
            </a:r>
            <a:endParaRPr lang="en-US" sz="1200" dirty="0"/>
          </a:p>
        </p:txBody>
      </p:sp>
      <p:pic>
        <p:nvPicPr>
          <p:cNvPr id="7" name="Image 0" descr="/home/claude/charts/p5_tsne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7315200" cy="3017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572000"/>
            <a:ext cx="8412480" cy="228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57200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are globally entangled (everyone uses team / company / experience) but locally well-separated by vocabulary — which is why a bag-of-words ceiling exists.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INTERPRETATION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ceiling is moderate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structural reasons — none of them are modeling failure.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" cy="6400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80160" y="1600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tokens are inherently ambiguous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94767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`engineer` appears in ML, data, software, and analytics engineer — four roles, one token. A 150-label vocabulary can't disambiguate what the underlying taxonomy doesn't distinguish.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640080" cy="6400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80160" y="25603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share a huge boilerplate 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290779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disclaimers, benefits, EEO statements, "passionate team players." Even with layered stopwords, the signal-to-noise ratio is bounded.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640080" cy="64008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80160" y="3520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 market is genuinely fuzzy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86791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`pipeline` predicts both scientist and engineer because the work is genuinely shared. The model's confusion faithfully mirrors industry confusion.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CAVEATS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limited, and where V2 goes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 and prioritized next steps.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bias — only postings that made it onto Indeed are observed.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Time-boxed snapshot — 2021 scrape; transformer / llm barely present then, top tokens now.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63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ignores word order — "senior engineer, DS skills" = "senior DS, eng skills."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657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Bag-of-words ceiling — exact 150-token set prediction is hard even when mostly right.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 embeddings (all-MiniLM-L6-v2) — handles adversarial phrasing.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46888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K-Means for HDBSCAN — density-based, no k to pick.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06324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063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with salary data (Levels.fyi, Glassdoor) — joint classification + regression.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65760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657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Re-scrape 2026 — measure five years of vocabulary drift.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THE DS JOB DESCRIPTION</a:t>
            </a:r>
            <a:pPr indent="0" marL="0">
              <a:buNone/>
            </a:pPr>
            <a:r>
              <a:rPr lang="en-US" sz="900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BOTTOM 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7680960" cy="12801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on TF-IDF descriptions map the data-science labor market — moderate Jaccard, low Hamming, and an interpretable vocabulary that distinguishes scientist, engineer, and analyst roles.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demonstrates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NLP pipeline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66160" y="3337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→ clean → TF-IDF → 12-classifier sweep → GridSearch → NMF → KMeans → t-SNE.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3685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Interpretation-first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3685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become a resume cheat sheet; interpretable beats black-box for this problem.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032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40325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WHY the ceiling is moderate (taxonomy ambiguity), not an inflated number.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8016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pandas · scikit-learn · NLTK · NMF · KMeans · PCA · t-SNE · matplotlib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Hacking the Data Science Job Description — Project 5</dc:title>
  <dc:subject>PptxGenJS Presentation</dc:subject>
  <dc:creator>Garreth Cline</dc:creator>
  <cp:lastModifiedBy>Garreth Cline</cp:lastModifiedBy>
  <cp:revision>1</cp:revision>
  <dcterms:created xsi:type="dcterms:W3CDTF">2026-06-05T04:57:25Z</dcterms:created>
  <dcterms:modified xsi:type="dcterms:W3CDTF">2026-06-05T04:57:25Z</dcterms:modified>
</cp:coreProperties>
</file>